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Nunito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font" Target="fonts/Raleway-regular.fntdata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21" Type="http://schemas.openxmlformats.org/officeDocument/2006/relationships/font" Target="fonts/Merriweather-italic.fntdata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Nuni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erriweather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5c7434b42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Oie</a:t>
            </a:r>
            <a:endParaRPr/>
          </a:p>
        </p:txBody>
      </p:sp>
      <p:sp>
        <p:nvSpPr>
          <p:cNvPr id="104" name="Google Shape;104;g5c7434b42c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8a31aa2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8a31aa2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d3f35a1f1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d3f35a1f1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a34fb65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da34fb65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7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20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20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21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21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2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22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23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24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1" name="Google Shape;91;p24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2" name="Google Shape;92;p24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3" name="Google Shape;93;p24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25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9" name="Google Shape;99;p25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25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25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60" y="744480"/>
            <a:ext cx="8520000" cy="20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/>
          <p:nvPr/>
        </p:nvSpPr>
        <p:spPr>
          <a:xfrm>
            <a:off x="0" y="2108880"/>
            <a:ext cx="9143700" cy="14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800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Título</a:t>
            </a:r>
            <a:endParaRPr b="1" sz="2800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2800">
                <a:solidFill>
                  <a:srgbClr val="0B5394"/>
                </a:solidFill>
                <a:latin typeface="Raleway"/>
                <a:ea typeface="Raleway"/>
                <a:cs typeface="Raleway"/>
                <a:sym typeface="Raleway"/>
              </a:rPr>
              <a:t>Subtítulo</a:t>
            </a:r>
            <a:endParaRPr i="1" sz="2800">
              <a:solidFill>
                <a:srgbClr val="0B539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A61C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5626950" y="3734250"/>
            <a:ext cx="35169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Aluno(a)</a:t>
            </a:r>
            <a:endParaRPr sz="16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Nº USP: xxxxxxxx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08" name="Google Shape;108;p26"/>
          <p:cNvSpPr/>
          <p:nvPr/>
        </p:nvSpPr>
        <p:spPr>
          <a:xfrm>
            <a:off x="150" y="3030165"/>
            <a:ext cx="9143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335875" y="3549450"/>
            <a:ext cx="3166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A61C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800">
                <a:solidFill>
                  <a:srgbClr val="073763"/>
                </a:solidFill>
                <a:latin typeface="Raleway"/>
                <a:ea typeface="Raleway"/>
                <a:cs typeface="Raleway"/>
                <a:sym typeface="Raleway"/>
              </a:rPr>
              <a:t>Disciplina</a:t>
            </a:r>
            <a:br>
              <a:rPr b="0" i="0" lang="pt-BR" sz="1800" u="none" cap="none" strike="noStrike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rgbClr val="073763"/>
                </a:solidFill>
                <a:latin typeface="Raleway"/>
                <a:ea typeface="Raleway"/>
                <a:cs typeface="Raleway"/>
                <a:sym typeface="Raleway"/>
              </a:rPr>
              <a:t>Professor(a)</a:t>
            </a:r>
            <a:endParaRPr b="0" sz="18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/>
          <p:cNvPicPr preferRelativeResize="0"/>
          <p:nvPr/>
        </p:nvPicPr>
        <p:blipFill rotWithShape="1">
          <a:blip r:embed="rId3">
            <a:alphaModFix/>
          </a:blip>
          <a:srcRect b="12098" l="0" r="0" t="12098"/>
          <a:stretch/>
        </p:blipFill>
        <p:spPr>
          <a:xfrm>
            <a:off x="6609180" y="-89970"/>
            <a:ext cx="2723844" cy="14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2009667" cy="1804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/>
          <p:nvPr/>
        </p:nvSpPr>
        <p:spPr>
          <a:xfrm>
            <a:off x="0" y="0"/>
            <a:ext cx="9144000" cy="791100"/>
          </a:xfrm>
          <a:prstGeom prst="rect">
            <a:avLst/>
          </a:prstGeom>
          <a:solidFill>
            <a:srgbClr val="1228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10920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Introdução</a:t>
            </a:r>
            <a:endParaRPr b="1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8" name="Google Shape;118;p27"/>
          <p:cNvSpPr txBox="1"/>
          <p:nvPr/>
        </p:nvSpPr>
        <p:spPr>
          <a:xfrm>
            <a:off x="311700" y="1010500"/>
            <a:ext cx="8520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3400"/>
              <a:t>Texto I</a:t>
            </a:r>
            <a:endParaRPr sz="4800">
              <a:solidFill>
                <a:srgbClr val="20124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" name="Google Shape;119;p27"/>
          <p:cNvSpPr txBox="1"/>
          <p:nvPr/>
        </p:nvSpPr>
        <p:spPr>
          <a:xfrm>
            <a:off x="1582200" y="1877488"/>
            <a:ext cx="597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Texto II</a:t>
            </a:r>
            <a:endParaRPr sz="2200"/>
          </a:p>
        </p:txBody>
      </p:sp>
      <p:pic>
        <p:nvPicPr>
          <p:cNvPr id="120" name="Google Shape;120;p27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3301488" y="1877491"/>
            <a:ext cx="2541024" cy="22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/>
          <p:nvPr/>
        </p:nvSpPr>
        <p:spPr>
          <a:xfrm>
            <a:off x="0" y="0"/>
            <a:ext cx="9144000" cy="791100"/>
          </a:xfrm>
          <a:prstGeom prst="rect">
            <a:avLst/>
          </a:prstGeom>
          <a:solidFill>
            <a:srgbClr val="1228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8"/>
          <p:cNvSpPr txBox="1"/>
          <p:nvPr>
            <p:ph type="title"/>
          </p:nvPr>
        </p:nvSpPr>
        <p:spPr>
          <a:xfrm>
            <a:off x="311700" y="10920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Parte I</a:t>
            </a:r>
            <a:endParaRPr b="1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7" name="Google Shape;127;p28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3301488" y="1877491"/>
            <a:ext cx="2541024" cy="22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/>
          <p:nvPr/>
        </p:nvSpPr>
        <p:spPr>
          <a:xfrm>
            <a:off x="0" y="0"/>
            <a:ext cx="9144000" cy="791100"/>
          </a:xfrm>
          <a:prstGeom prst="rect">
            <a:avLst/>
          </a:prstGeom>
          <a:solidFill>
            <a:srgbClr val="1228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109200"/>
            <a:ext cx="852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Parte II</a:t>
            </a:r>
            <a:endParaRPr b="1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34" name="Google Shape;134;p29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3301488" y="1877491"/>
            <a:ext cx="2541024" cy="22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